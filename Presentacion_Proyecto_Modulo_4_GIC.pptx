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9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6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8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8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2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6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997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73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32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65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6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5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2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8495" y="5242561"/>
            <a:ext cx="4275505" cy="2368062"/>
          </a:xfrm>
        </p:spPr>
        <p:txBody>
          <a:bodyPr/>
          <a:lstStyle/>
          <a:p>
            <a:r>
              <a:rPr dirty="0"/>
              <a:t>Proyecto </a:t>
            </a:r>
            <a:r>
              <a:rPr dirty="0" err="1"/>
              <a:t>Módulo</a:t>
            </a:r>
            <a:r>
              <a:rPr dirty="0"/>
              <a:t> 4</a:t>
            </a:r>
          </a:p>
          <a:p>
            <a:r>
              <a:rPr lang="es-ES" dirty="0"/>
              <a:t>DESARROLLO DE APLICACIONES FULL STACK PYTHON TRAINEE V2.0</a:t>
            </a:r>
          </a:p>
          <a:p>
            <a:r>
              <a:rPr dirty="0" err="1" smtClean="0"/>
              <a:t>Nombre</a:t>
            </a:r>
            <a:r>
              <a:rPr dirty="0"/>
              <a:t>: Gloria Alejandra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77" y="381000"/>
            <a:ext cx="6603023" cy="4402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Descripción</a:t>
            </a:r>
            <a:r>
              <a:rPr dirty="0"/>
              <a:t>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 </a:t>
            </a:r>
            <a:r>
              <a:rPr dirty="0" smtClean="0"/>
              <a:t> </a:t>
            </a:r>
            <a:r>
              <a:rPr dirty="0"/>
              <a:t>con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consola</a:t>
            </a:r>
            <a:r>
              <a:rPr dirty="0"/>
              <a:t>.</a:t>
            </a:r>
          </a:p>
          <a:p>
            <a:r>
              <a:rPr dirty="0" err="1" smtClean="0"/>
              <a:t>Permite</a:t>
            </a:r>
            <a:r>
              <a:rPr dirty="0" smtClean="0"/>
              <a:t> </a:t>
            </a:r>
            <a:r>
              <a:rPr dirty="0" err="1" smtClean="0"/>
              <a:t>gestionar</a:t>
            </a:r>
            <a:r>
              <a:rPr dirty="0" smtClean="0"/>
              <a:t> </a:t>
            </a:r>
            <a:r>
              <a:rPr dirty="0" err="1" smtClean="0"/>
              <a:t>clientes</a:t>
            </a:r>
            <a:r>
              <a:rPr dirty="0" smtClean="0"/>
              <a:t> </a:t>
            </a:r>
            <a:r>
              <a:rPr dirty="0" err="1" smtClean="0"/>
              <a:t>usando</a:t>
            </a:r>
            <a:r>
              <a:rPr dirty="0" smtClean="0"/>
              <a:t> POO.</a:t>
            </a:r>
          </a:p>
          <a:p>
            <a:r>
              <a:rPr dirty="0" err="1" smtClean="0"/>
              <a:t>Incluye</a:t>
            </a:r>
            <a:r>
              <a:rPr dirty="0" smtClean="0"/>
              <a:t> </a:t>
            </a:r>
            <a:r>
              <a:rPr dirty="0" err="1" smtClean="0"/>
              <a:t>manejo</a:t>
            </a:r>
            <a:r>
              <a:rPr dirty="0" smtClean="0"/>
              <a:t> de </a:t>
            </a:r>
            <a:r>
              <a:rPr dirty="0" err="1" smtClean="0"/>
              <a:t>archivos</a:t>
            </a:r>
            <a:r>
              <a:rPr dirty="0" smtClean="0"/>
              <a:t>, </a:t>
            </a:r>
            <a:r>
              <a:rPr dirty="0" err="1" smtClean="0"/>
              <a:t>validaciones</a:t>
            </a:r>
            <a:r>
              <a:rPr dirty="0" smtClean="0"/>
              <a:t> y logging.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Objetivos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.</a:t>
            </a:r>
          </a:p>
          <a:p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archivos</a:t>
            </a:r>
            <a:r>
              <a:rPr dirty="0"/>
              <a:t>.</a:t>
            </a:r>
          </a:p>
          <a:p>
            <a:r>
              <a:rPr dirty="0" err="1"/>
              <a:t>Gestionar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 de forma </a:t>
            </a:r>
            <a:r>
              <a:rPr dirty="0" err="1"/>
              <a:t>robusta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Estructura</a:t>
            </a:r>
            <a:r>
              <a:rPr dirty="0"/>
              <a:t> del Proyecto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905000"/>
            <a:ext cx="3464585" cy="42279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Clase</a:t>
            </a:r>
            <a:r>
              <a:rPr dirty="0"/>
              <a:t> base </a:t>
            </a:r>
            <a:r>
              <a:rPr dirty="0" err="1"/>
              <a:t>Cliente</a:t>
            </a:r>
            <a:r>
              <a:rPr dirty="0"/>
              <a:t>.</a:t>
            </a:r>
          </a:p>
          <a:p>
            <a:r>
              <a:rPr dirty="0" err="1"/>
              <a:t>Herencia</a:t>
            </a:r>
            <a:r>
              <a:rPr dirty="0"/>
              <a:t>: Regular, Premium, </a:t>
            </a:r>
            <a:r>
              <a:rPr dirty="0" err="1"/>
              <a:t>Corporativo</a:t>
            </a:r>
            <a:r>
              <a:rPr dirty="0"/>
              <a:t>.</a:t>
            </a:r>
          </a:p>
          <a:p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polimorfismo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Manejo de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Importación desde CSV.</a:t>
            </a:r>
          </a:p>
          <a:p>
            <a:r>
              <a:t>Exportación a CSV.</a:t>
            </a:r>
          </a:p>
          <a:p>
            <a:r>
              <a:t>Generación de reporte TXT.</a:t>
            </a:r>
          </a:p>
          <a:p>
            <a:r>
              <a:t>Registro de eventos en log.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Validaciones y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Validación de email.</a:t>
            </a:r>
          </a:p>
          <a:p>
            <a:r>
              <a:t>Control de campos vacíos.</a:t>
            </a:r>
          </a:p>
          <a:p>
            <a:r>
              <a:t>Excepciones personalizadas.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cumple los requisitos del módulo.</a:t>
            </a:r>
          </a:p>
          <a:p>
            <a:r>
              <a:t>Código funcional y modular.</a:t>
            </a:r>
          </a:p>
          <a:p>
            <a:r>
              <a:t>Proyecto listo para evaluación.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</TotalTime>
  <Words>138</Words>
  <Application>Microsoft Office PowerPoint</Application>
  <PresentationFormat>Presentación en pantalla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Espiral</vt:lpstr>
      <vt:lpstr>Presentación de PowerPoint</vt:lpstr>
      <vt:lpstr>Descripción del Proyecto</vt:lpstr>
      <vt:lpstr>Objetivos</vt:lpstr>
      <vt:lpstr>Estructura del Proyecto</vt:lpstr>
      <vt:lpstr>Programación Orientada a Objetos</vt:lpstr>
      <vt:lpstr>Manejo de Archivos</vt:lpstr>
      <vt:lpstr>Validaciones y Errores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 Inteligente de Clientes (GIC)</dc:title>
  <dc:subject/>
  <dc:creator>Lenovo</dc:creator>
  <cp:keywords/>
  <dc:description>generated using python-pptx</dc:description>
  <cp:lastModifiedBy>Lenovo</cp:lastModifiedBy>
  <cp:revision>4</cp:revision>
  <dcterms:created xsi:type="dcterms:W3CDTF">2013-01-27T09:14:16Z</dcterms:created>
  <dcterms:modified xsi:type="dcterms:W3CDTF">2026-01-22T00:59:05Z</dcterms:modified>
  <cp:category/>
</cp:coreProperties>
</file>